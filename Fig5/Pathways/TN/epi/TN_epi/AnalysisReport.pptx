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27,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875 identifiers, 875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654615"/>
            <a:ext cx="10911535" cy="314234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066148" y="1665465"/>
            <a:ext cx="10059399"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877615" y="1665465"/>
            <a:ext cx="8436464"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R-HSA-1474244|Extracellular matrix organization|-26.8;R-HSA-191273|Cholesterol biosynthesis|-15.6;R-HSA-381426|Regulation of Insulin-like Growth Factor (IGF) transport and uptake by Insulin-like Growth Factor Binding Proteins (IGFBPs)|-13.6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