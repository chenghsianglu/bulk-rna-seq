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Apr 8, 2024</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855 identifiers, 855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2654615"/>
            <a:ext cx="10911535" cy="3142341"/>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640080" y="2254600"/>
            <a:ext cx="10911535" cy="3942370"/>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640080" y="1751423"/>
            <a:ext cx="10911535" cy="4948725"/>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273812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2560320">
                <a:tc>
                  <a:txBody>
                    <a:bodyPr/>
                    <a:lstStyle/>
                    <a:p>
                      <a:r>
                        <a:t>MyList</a:t>
                      </a:r>
                    </a:p>
                  </a:txBody>
                  <a:tcPr/>
                </a:tc>
                <a:tc>
                  <a:txBody>
                    <a:bodyPr/>
                    <a:lstStyle/>
                    <a:p>
                      <a:r>
                        <a:t>R-HSA-1474244|Extracellular matrix organization|-56.6;R-HSA-1474228|Degradation of the extracellular matrix|-25.5;R-HSA-1474290|Collagen formation|-17.6</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