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21,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923 identifiers, 923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661098"/>
            <a:ext cx="10911535" cy="3129374"/>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732888"/>
            <a:ext cx="10911535" cy="4985795"/>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933579" y="1665465"/>
            <a:ext cx="8324537"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27381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2560320">
                <a:tc>
                  <a:txBody>
                    <a:bodyPr/>
                    <a:lstStyle/>
                    <a:p>
                      <a:r>
                        <a:t>MyList</a:t>
                      </a:r>
                    </a:p>
                  </a:txBody>
                  <a:tcPr/>
                </a:tc>
                <a:tc>
                  <a:txBody>
                    <a:bodyPr/>
                    <a:lstStyle/>
                    <a:p>
                      <a:r>
                        <a:t>R-HSA-1474244|Extracellular matrix organization|-21.0;R-HSA-216083|Integrin cell surface interactions|-14.6;R-HSA-3000178|ECM proteoglycans|-11.2</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