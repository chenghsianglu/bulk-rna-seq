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20,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838 identifiers, 838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091588"/>
            <a:ext cx="10911535" cy="4268395"/>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805409"/>
            <a:ext cx="10911535" cy="4840753"/>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765689" y="1665465"/>
            <a:ext cx="8660317"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2367294" y="1665465"/>
            <a:ext cx="7457106"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R-HSA-1474244|Extracellular matrix organization|-53.4;R-HSA-1474228|Degradation of the extracellular matrix|-23.9;R-HSA-397014|Muscle contraction|-22.1</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