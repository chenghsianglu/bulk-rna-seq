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27,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871 identifiers, 871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654615"/>
            <a:ext cx="10911535" cy="3142341"/>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74405" y="1665465"/>
            <a:ext cx="10842885"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115459" y="1665465"/>
            <a:ext cx="7960776"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MyList_MCODE_ALL_PPIColorByCluster.png"/>
          <p:cNvPicPr>
            <a:picLocks noChangeAspect="1"/>
          </p:cNvPicPr>
          <p:nvPr/>
        </p:nvPicPr>
        <p:blipFill>
          <a:blip r:embed="rId3"/>
          <a:stretch>
            <a:fillRect/>
          </a:stretch>
        </p:blipFill>
        <p:spPr>
          <a:xfrm>
            <a:off x="640080" y="1978116"/>
            <a:ext cx="10911535" cy="4495338"/>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0182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280160">
                <a:tc>
                  <a:txBody>
                    <a:bodyPr/>
                    <a:lstStyle/>
                    <a:p>
                      <a:r>
                        <a:t>MyList</a:t>
                      </a:r>
                    </a:p>
                  </a:txBody>
                  <a:tcPr/>
                </a:tc>
                <a:tc>
                  <a:txBody>
                    <a:bodyPr/>
                    <a:lstStyle/>
                    <a:p>
                      <a:r>
                        <a:t>R-HSA-1474244|Extracellular matrix organization|-47.3;R-HSA-1474228|Degradation of the extracellular matrix|-20.4;R-HSA-9006934|Signaling by Receptor Tyrosine Kinases|-19.8</a:t>
                      </a:r>
                    </a:p>
                  </a:txBody>
                  <a:tcPr/>
                </a:tc>
              </a:tr>
              <a:tr h="1280160">
                <a:tc>
                  <a:txBody>
                    <a:bodyPr/>
                    <a:lstStyle/>
                    <a:p>
                      <a:r>
                        <a:t>MyList_MCODE_ALL</a:t>
                      </a:r>
                    </a:p>
                  </a:txBody>
                  <a:tcPr/>
                </a:tc>
                <a:tc>
                  <a:txBody>
                    <a:bodyPr/>
                    <a:lstStyle/>
                    <a:p>
                      <a:r>
                        <a:t>R-HSA-418594|G alpha (i) signalling events|-6.1;R-HSA-388396|GPCR downstream signalling|-4.9;R-HSA-372790|Signaling by GPCR|-4.7</a:t>
                      </a:r>
                    </a:p>
                  </a:txBody>
                  <a:tcPr/>
                </a:tc>
              </a:tr>
              <a:tr h="1280160">
                <a:tc>
                  <a:txBody>
                    <a:bodyPr/>
                    <a:lstStyle/>
                    <a:p>
                      <a:r>
                        <a:t>MyList_SUB2_MCODE_1</a:t>
                      </a:r>
                    </a:p>
                  </a:txBody>
                  <a:tcPr/>
                </a:tc>
                <a:tc>
                  <a:txBody>
                    <a:bodyPr/>
                    <a:lstStyle/>
                    <a:p>
                      <a:r>
                        <a:t>R-HSA-418594|G alpha (i) signalling events|-7.9;R-HSA-388396|GPCR downstream signalling|-6.7;R-HSA-372790|Signaling by GPCR|-6.5</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