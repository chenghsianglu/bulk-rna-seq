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27,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886 identifiers, 886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654615"/>
            <a:ext cx="10911535" cy="314234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865489"/>
            <a:ext cx="10911535" cy="4720593"/>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527845" y="1665465"/>
            <a:ext cx="9136005"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R-HSA-1474244|Extracellular matrix organization|-28.5;R-HSA-216083|Integrin cell surface interactions|-14.0;R-HSA-1474290|Collagen formation|-13.5</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