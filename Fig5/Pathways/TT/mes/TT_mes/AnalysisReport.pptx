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27,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879 identifiers, 879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654615"/>
            <a:ext cx="10911535" cy="3142341"/>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1682077"/>
            <a:ext cx="10911535" cy="5087416"/>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2045505" y="1665465"/>
            <a:ext cx="8100684"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MyList</a:t>
                      </a:r>
                    </a:p>
                  </a:txBody>
                  <a:tcPr/>
                </a:tc>
                <a:tc>
                  <a:txBody>
                    <a:bodyPr/>
                    <a:lstStyle/>
                    <a:p>
                      <a:r>
                        <a:t>R-HSA-1474244|Extracellular matrix organization|-55.5;R-HSA-1474290|Collagen formation|-20.0;R-HSA-3000178|ECM proteoglycans|-17.1</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