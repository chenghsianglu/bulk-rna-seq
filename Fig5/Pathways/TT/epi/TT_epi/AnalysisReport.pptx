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Apr 1,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852 identifiers, 852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329906"/>
            <a:ext cx="10911535" cy="379175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704560"/>
            <a:ext cx="10911535" cy="5042451"/>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709726" y="1665465"/>
            <a:ext cx="8772243"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R-HSA-1474244|Extracellular matrix organization|-24.3;R-HSA-216083|Integrin cell surface interactions|-12.3;R-HSA-3000171|Non-integrin membrane-ECM interactions|-10.4</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